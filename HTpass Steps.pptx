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ed Hat Advances Kubernetes Across the Cloud-Native Toolchain with Updated  Developer Portfolio | Business Wir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0" y="6143624"/>
            <a:ext cx="1367227" cy="714376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7800" y="2895600"/>
            <a:ext cx="68644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Steps for Configuring Identity Providers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609600"/>
            <a:ext cx="83820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Guidelines for Configuring the HTPASS Identity Provider</a:t>
            </a:r>
          </a:p>
          <a:p>
            <a:endParaRPr lang="en-US" b="1" dirty="0"/>
          </a:p>
          <a:p>
            <a:r>
              <a:rPr lang="en-US" sz="2400" b="1" dirty="0"/>
              <a:t>STEP-1: </a:t>
            </a:r>
            <a:r>
              <a:rPr lang="en-US" sz="2400" dirty="0"/>
              <a:t>Create the HTPASS users credential file in the local system using </a:t>
            </a:r>
            <a:r>
              <a:rPr lang="en-US" sz="2400" b="1" dirty="0" err="1"/>
              <a:t>htpasswd</a:t>
            </a:r>
            <a:r>
              <a:rPr lang="en-US" sz="2400" dirty="0"/>
              <a:t> tool.</a:t>
            </a:r>
          </a:p>
          <a:p>
            <a:endParaRPr lang="en-US" sz="2400" dirty="0"/>
          </a:p>
          <a:p>
            <a:r>
              <a:rPr lang="en-US" sz="2400" b="1" dirty="0"/>
              <a:t>STEP-2: </a:t>
            </a:r>
            <a:r>
              <a:rPr lang="en-US" sz="2400" dirty="0"/>
              <a:t>Import the HTPASS users file as the secret in the </a:t>
            </a:r>
            <a:r>
              <a:rPr lang="en-US" sz="2400" dirty="0" err="1"/>
              <a:t>openshift-config</a:t>
            </a:r>
            <a:r>
              <a:rPr lang="en-US" sz="2400" dirty="0"/>
              <a:t> project.</a:t>
            </a:r>
          </a:p>
          <a:p>
            <a:endParaRPr lang="en-US" sz="2400" dirty="0"/>
          </a:p>
          <a:p>
            <a:r>
              <a:rPr lang="en-US" sz="2400" b="1" dirty="0"/>
              <a:t>STEP-3: </a:t>
            </a:r>
            <a:r>
              <a:rPr lang="en-US" sz="2400" dirty="0"/>
              <a:t>Configure the </a:t>
            </a:r>
            <a:r>
              <a:rPr lang="en-US" sz="2400" dirty="0" err="1"/>
              <a:t>Oauth</a:t>
            </a:r>
            <a:r>
              <a:rPr lang="en-US" sz="2400" dirty="0"/>
              <a:t> cluster to use the HTPASS identity provider.</a:t>
            </a:r>
          </a:p>
          <a:p>
            <a:endParaRPr lang="en-US" sz="2400" dirty="0"/>
          </a:p>
          <a:p>
            <a:r>
              <a:rPr lang="en-US" sz="2400" b="1" dirty="0"/>
              <a:t>STEP-4: </a:t>
            </a:r>
            <a:r>
              <a:rPr lang="en-US" sz="2400" dirty="0"/>
              <a:t>Verify that the </a:t>
            </a:r>
            <a:r>
              <a:rPr lang="en-US" sz="2400" dirty="0" err="1"/>
              <a:t>oauth-openshift</a:t>
            </a:r>
            <a:r>
              <a:rPr lang="en-US" sz="2400" dirty="0"/>
              <a:t> pods are redeployed in the </a:t>
            </a:r>
            <a:r>
              <a:rPr lang="en-US" sz="2400" dirty="0" err="1"/>
              <a:t>openshift</a:t>
            </a:r>
            <a:r>
              <a:rPr lang="en-US" sz="2400" dirty="0"/>
              <a:t>-authentication project as the token of accepting the configuration change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77</Words>
  <Application>Microsoft Office PowerPoint</Application>
  <PresentationFormat>On-screen Show (4:3)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ABDUL</dc:creator>
  <cp:lastModifiedBy>ABDUL</cp:lastModifiedBy>
  <cp:revision>28</cp:revision>
  <dcterms:created xsi:type="dcterms:W3CDTF">2006-08-16T00:00:00Z</dcterms:created>
  <dcterms:modified xsi:type="dcterms:W3CDTF">2021-12-09T06:03:41Z</dcterms:modified>
</cp:coreProperties>
</file>